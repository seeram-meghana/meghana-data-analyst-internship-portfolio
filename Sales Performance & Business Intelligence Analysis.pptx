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BBB48-0D34-478B-B01D-E88BC3601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8964" y="1927412"/>
            <a:ext cx="9094072" cy="1143000"/>
          </a:xfrm>
        </p:spPr>
        <p:txBody>
          <a:bodyPr/>
          <a:lstStyle/>
          <a:p>
            <a:r>
              <a:rPr lang="en-US" sz="2000" dirty="0">
                <a:latin typeface="Arial Black" panose="020B0A04020102020204" pitchFamily="34" charset="0"/>
              </a:rPr>
              <a:t>Sales Performance &amp; Business Intelligence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AFB954-071D-438B-8C0B-4895D51FC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6400" y="3065930"/>
            <a:ext cx="7763434" cy="1730188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dirty="0"/>
              <a:t>Data Analytics Internship Project</a:t>
            </a:r>
          </a:p>
          <a:p>
            <a:pPr algn="l"/>
            <a:r>
              <a:rPr lang="en-US" dirty="0"/>
              <a:t>Prepared by: [Seeram.Meghana]</a:t>
            </a:r>
          </a:p>
          <a:p>
            <a:pPr algn="l"/>
            <a:r>
              <a:rPr lang="en-US" dirty="0"/>
              <a:t>Tools Used: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SQL Server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Excel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Power BI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3188334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3A28F-BFCF-4A84-831C-6EC7BCB12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107142"/>
            <a:ext cx="9601200" cy="811306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PROJECT 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8324A-21DE-4F1A-9184-0EAF076F8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main objective of this project is to analyze sales data, identify business trends, and generate actionable insights using data analytics and business intelligence tools.</a:t>
            </a:r>
          </a:p>
          <a:p>
            <a:r>
              <a:rPr lang="en-US" b="1" dirty="0"/>
              <a:t>The project focuses 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cleaning and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Exploratory Data Analysis (EDA)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KPI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Interactive dashboard creation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segmentation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Business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578892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F0A4C-5EB8-4A6F-A4C0-704D8A5BD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90599"/>
            <a:ext cx="9601200" cy="99956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Dataset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391E3-53D4-4C84-A15F-8ACD6ECBE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810870"/>
            <a:ext cx="9601200" cy="428512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400" dirty="0"/>
              <a:t>The dataset contains sales transaction information including: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400" dirty="0"/>
              <a:t>Product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400" dirty="0"/>
              <a:t>Sales amount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400" dirty="0"/>
              <a:t>Quantity sold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400" dirty="0"/>
              <a:t>Customer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400" dirty="0"/>
              <a:t>Payment 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400" dirty="0"/>
              <a:t>Sales regions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400" dirty="0"/>
              <a:t>Sales channels</a:t>
            </a:r>
          </a:p>
          <a:p>
            <a:r>
              <a:rPr lang="en-US" sz="6400" b="1" dirty="0"/>
              <a:t>Dataset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400" dirty="0"/>
              <a:t>Total Records: 1000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400" dirty="0"/>
              <a:t>Tools Used: SQL Server, Excel, Power 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400" dirty="0"/>
              <a:t>Dataset Type: Sales Dataset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C5006-5DA0-43ED-83D3-8CF77F73E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693" y="2740535"/>
            <a:ext cx="3535907" cy="242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590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D3206-DB7F-4174-94A4-2BC820388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095" y="1285145"/>
            <a:ext cx="9601200" cy="83949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Data Cleaning Steps: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DD1E242-A8F9-45D1-8E5E-657C1D13B6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46095" y="1997839"/>
            <a:ext cx="601421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missing values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column names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 data types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calculated fields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Imported cleaned dataset into SQL Server and Power B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09CE9D-780B-4265-BB86-C14D114D2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903" y="1900517"/>
            <a:ext cx="5077016" cy="238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36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BF6F2-547B-4FC5-99C7-D26EEA2E5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1250578"/>
            <a:ext cx="9601200" cy="92333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Core Key Performance Indicators (KPIs):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68AA49F9-D222-4A52-B16C-CA14E5AAA9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1469154"/>
              </p:ext>
            </p:extLst>
          </p:nvPr>
        </p:nvGraphicFramePr>
        <p:xfrm>
          <a:off x="1371600" y="2285999"/>
          <a:ext cx="9601197" cy="2250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399">
                  <a:extLst>
                    <a:ext uri="{9D8B030D-6E8A-4147-A177-3AD203B41FA5}">
                      <a16:colId xmlns:a16="http://schemas.microsoft.com/office/drawing/2014/main" val="4005958201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2283877205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2430281694"/>
                    </a:ext>
                  </a:extLst>
                </a:gridCol>
              </a:tblGrid>
              <a:tr h="392967">
                <a:tc>
                  <a:txBody>
                    <a:bodyPr/>
                    <a:lstStyle/>
                    <a:p>
                      <a:r>
                        <a:rPr lang="en-US" dirty="0"/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Business 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182948"/>
                  </a:ext>
                </a:extLst>
              </a:tr>
              <a:tr h="678272">
                <a:tc>
                  <a:txBody>
                    <a:bodyPr/>
                    <a:lstStyle/>
                    <a:p>
                      <a:r>
                        <a:rPr lang="en-US" dirty="0"/>
                        <a:t>Total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SUM(Sales_Amount)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Measures total business 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615308"/>
                  </a:ext>
                </a:extLst>
              </a:tr>
              <a:tr h="392967">
                <a:tc>
                  <a:txBody>
                    <a:bodyPr/>
                    <a:lstStyle/>
                    <a:p>
                      <a:r>
                        <a:rPr lang="en-US" dirty="0"/>
                        <a:t>Total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COUNT(Product_ID)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Tracks total transactions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692368"/>
                  </a:ext>
                </a:extLst>
              </a:tr>
              <a:tr h="392967">
                <a:tc>
                  <a:txBody>
                    <a:bodyPr/>
                    <a:lstStyle/>
                    <a:p>
                      <a:r>
                        <a:rPr lang="en-US" dirty="0"/>
                        <a:t>Average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AVG(Sales_Amount)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Measures average order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40368"/>
                  </a:ext>
                </a:extLst>
              </a:tr>
              <a:tr h="392967">
                <a:tc>
                  <a:txBody>
                    <a:bodyPr/>
                    <a:lstStyle/>
                    <a:p>
                      <a:r>
                        <a:rPr lang="en-US" dirty="0"/>
                        <a:t>Total Quantity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SUM(Quantity_Sold)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Tracks product sales volume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52336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5519012-BF32-40DC-9C35-E542AD4A3645}"/>
              </a:ext>
            </a:extLst>
          </p:cNvPr>
          <p:cNvSpPr txBox="1"/>
          <p:nvPr/>
        </p:nvSpPr>
        <p:spPr>
          <a:xfrm>
            <a:off x="1371599" y="4778205"/>
            <a:ext cx="96011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KPI Importance</a:t>
            </a:r>
          </a:p>
          <a:p>
            <a:r>
              <a:rPr lang="en-US" dirty="0"/>
              <a:t>These KPIs help monitor sales performance, customer purchasing behavior, and overall business growth.</a:t>
            </a:r>
          </a:p>
        </p:txBody>
      </p:sp>
    </p:spTree>
    <p:extLst>
      <p:ext uri="{BB962C8B-B14F-4D97-AF65-F5344CB8AC3E}">
        <p14:creationId xmlns:p14="http://schemas.microsoft.com/office/powerpoint/2010/main" val="2023501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C8E30-021B-4932-8EB5-19ABD486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062318"/>
            <a:ext cx="9601200" cy="93681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Exploratory Data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0A777-6CC6-491B-AC45-C386DC036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01907"/>
            <a:ext cx="9601200" cy="460785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Exploratory Data Analysis (EDA)</a:t>
            </a:r>
          </a:p>
          <a:p>
            <a:pPr marL="0" indent="0">
              <a:buNone/>
            </a:pPr>
            <a:r>
              <a:rPr lang="en-US" dirty="0"/>
              <a:t>EDA was performed to identify patterns, trends, and relationships within the sales dataset.</a:t>
            </a:r>
          </a:p>
          <a:p>
            <a:r>
              <a:rPr lang="en-US" b="1" dirty="0"/>
              <a:t>Analysis Performed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Regional sales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 category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type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channel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Payment method analysis</a:t>
            </a:r>
          </a:p>
          <a:p>
            <a:r>
              <a:rPr lang="en-US" b="1" dirty="0"/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North region generated the highest sales revenue.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Clothing category contributed maximum revenue.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performance varied across customer segments.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85E0E7-8A48-4655-AD38-8CDBD79CF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895" y="2554869"/>
            <a:ext cx="6680884" cy="230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733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98302-51C7-4E3F-96D6-159409C4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107142"/>
            <a:ext cx="9601200" cy="712694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Interactive Dashboard: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A737D-CAB4-49C0-B7A2-2E6C98E9F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63271"/>
            <a:ext cx="9601200" cy="4751294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Interactive Power BI Dashboard</a:t>
            </a:r>
          </a:p>
          <a:p>
            <a:pPr marL="0" indent="0">
              <a:buNone/>
            </a:pPr>
            <a:r>
              <a:rPr lang="en-US" dirty="0"/>
              <a:t>An interactive dashboard was developed using Power BI to visualize sales performance and business trends.</a:t>
            </a:r>
          </a:p>
          <a:p>
            <a:r>
              <a:rPr lang="en-US" b="1" dirty="0"/>
              <a:t>Dashboard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KPI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by region chart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 category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Interactive slicers/filters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segmentation visuals</a:t>
            </a:r>
          </a:p>
          <a:p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business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filtering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decision-making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data visualization</a:t>
            </a:r>
          </a:p>
          <a:p>
            <a:r>
              <a:rPr lang="en-US" dirty="0"/>
              <a:t>(Add Dashboard Screenshot Here)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C69F8D-D4B8-46FF-A533-06869393C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453" y="3068833"/>
            <a:ext cx="3590689" cy="268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5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1CD88-606E-4471-9FC0-FA6DE94F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107141"/>
            <a:ext cx="9601200" cy="92784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Deep-Dive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0D653-6117-4256-B496-8E15F1E52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64659"/>
            <a:ext cx="9601200" cy="476922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Customer Segmentation Analysis</a:t>
            </a:r>
          </a:p>
          <a:p>
            <a:r>
              <a:rPr lang="en-US" dirty="0"/>
              <a:t>Customer segmentation analysis was performed to understand customer behavior and sales contribution.</a:t>
            </a:r>
          </a:p>
          <a:p>
            <a:r>
              <a:rPr lang="en-US" b="1" dirty="0"/>
              <a:t>Segmentation Factors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 preferences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contribution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Purchasing patterns</a:t>
            </a:r>
          </a:p>
          <a:p>
            <a:r>
              <a:rPr lang="en-US" b="1" dirty="0"/>
              <a:t>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Certain customer groups generated higher sales revenue.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High-value customers contributed significantly to overall business growth.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segmentation can improve targeted marketing strategies.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14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7520-B39D-4C07-8ED9-C31A3D277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00954"/>
            <a:ext cx="9601200" cy="77544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Hypothesis Testing: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7CDC0-359F-4AD1-8126-BE638CE69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57081"/>
            <a:ext cx="9601200" cy="473336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Business Hypothesis Testing</a:t>
            </a:r>
          </a:p>
          <a:p>
            <a:r>
              <a:rPr lang="en-US" b="1" dirty="0"/>
              <a:t>Hypothesis</a:t>
            </a:r>
          </a:p>
          <a:p>
            <a:r>
              <a:rPr lang="en-US" dirty="0"/>
              <a:t>"There is a significant difference in sales between customer types."</a:t>
            </a:r>
          </a:p>
          <a:p>
            <a:r>
              <a:rPr lang="en-US" b="1" dirty="0"/>
              <a:t>Statistical Test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T-Test</a:t>
            </a:r>
          </a:p>
          <a:p>
            <a:r>
              <a:rPr lang="en-US" b="1" dirty="0"/>
              <a:t>Hypotheses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Null Hypothesis (H₀):</a:t>
            </a:r>
            <a:br>
              <a:rPr lang="en-US" dirty="0"/>
            </a:br>
            <a:r>
              <a:rPr lang="en-US" dirty="0"/>
              <a:t>There is no significant difference in sales between customer types.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Alternative Hypothesis (H₁):</a:t>
            </a:r>
            <a:br>
              <a:rPr lang="en-US" dirty="0"/>
            </a:br>
            <a:r>
              <a:rPr lang="en-US" dirty="0"/>
              <a:t>There is a significant difference in sales between customer types.</a:t>
            </a:r>
          </a:p>
          <a:p>
            <a:r>
              <a:rPr lang="en-US" b="1" dirty="0"/>
              <a:t>Result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p-value &lt; 0.05</a:t>
            </a:r>
          </a:p>
          <a:p>
            <a:r>
              <a:rPr lang="en-US" b="1" dirty="0"/>
              <a:t>Conclusion</a:t>
            </a:r>
          </a:p>
          <a:p>
            <a:r>
              <a:rPr lang="en-US" dirty="0"/>
              <a:t>The analysis indicates that customer type has a significant impact on sales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742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B67F2-0683-472F-91D8-F19E705EC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089212"/>
            <a:ext cx="9601200" cy="90095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Business Recommendations: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0EC7E-098D-45C4-84F4-60428A5E8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325906"/>
          </a:xfrm>
        </p:spPr>
        <p:txBody>
          <a:bodyPr/>
          <a:lstStyle/>
          <a:p>
            <a:r>
              <a:rPr lang="en-US" b="1" dirty="0"/>
              <a:t>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marketing strategies on high-performing regions.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performance of low-performing product categories.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customer segmentation for targeted promotions.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Monitor KPIs regularly for business growth.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Enhance customer engagement through personalized offers.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530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69F9D-54BF-48E4-909D-BD46D37C8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811306"/>
            <a:ext cx="9601200" cy="811306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50F3D-2C23-4609-947B-49F98E0F2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92941"/>
            <a:ext cx="9601200" cy="46168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This project successfully demonstrated how data analytics and business intelligence tools can be used to analyze business performance and support decision-making.</a:t>
            </a:r>
          </a:p>
          <a:p>
            <a:r>
              <a:rPr lang="en-US" dirty="0"/>
              <a:t>Through SQL, Excel, and Power BI: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trends were identified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KPIs were tracked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Interactive dashboards were developed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Business insights were generated</a:t>
            </a:r>
          </a:p>
          <a:p>
            <a:r>
              <a:rPr lang="en-US" dirty="0"/>
              <a:t>The project enhanced understanding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EDA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Dashboard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Business intelligence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Data-driven decision making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594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8703E6-C41F-4A1E-B665-E7600D83DA8B}"/>
              </a:ext>
            </a:extLst>
          </p:cNvPr>
          <p:cNvSpPr txBox="1"/>
          <p:nvPr/>
        </p:nvSpPr>
        <p:spPr>
          <a:xfrm>
            <a:off x="2398059" y="3044279"/>
            <a:ext cx="739588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2020419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{6B614D60-9F6D-46D7-A5C4-84D35C3F6904}TFc3084226-2d0c-440f-9f46-6b48c7a7f670e6ba4a85-fc4a2881d6b3</Template>
  <TotalTime>33</TotalTime>
  <Words>595</Words>
  <Application>Microsoft Office PowerPoint</Application>
  <PresentationFormat>Widescreen</PresentationFormat>
  <Paragraphs>133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Franklin Gothic Book</vt:lpstr>
      <vt:lpstr>Crop</vt:lpstr>
      <vt:lpstr>Sales Performance &amp; Business Intelligence Analysis</vt:lpstr>
      <vt:lpstr>PROJECT OBJECTIVE:</vt:lpstr>
      <vt:lpstr>Dataset Overview:</vt:lpstr>
      <vt:lpstr>Data Cleaning Steps:</vt:lpstr>
      <vt:lpstr>Core Key Performance Indicators (KPIs):</vt:lpstr>
      <vt:lpstr>Exploratory Data Analysis:</vt:lpstr>
      <vt:lpstr>Interactive Dashboard:</vt:lpstr>
      <vt:lpstr>Deep-Dive Analysis:</vt:lpstr>
      <vt:lpstr>Hypothesis Testing:</vt:lpstr>
      <vt:lpstr>Business Recommendations:</vt:lpstr>
      <vt:lpstr>Conclusion: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&amp; Business Intelligence Analysis</dc:title>
  <dc:creator>meghana seeram</dc:creator>
  <cp:lastModifiedBy>meghana seeram</cp:lastModifiedBy>
  <cp:revision>1</cp:revision>
  <dcterms:created xsi:type="dcterms:W3CDTF">2026-05-31T07:03:45Z</dcterms:created>
  <dcterms:modified xsi:type="dcterms:W3CDTF">2026-05-31T07:37:26Z</dcterms:modified>
</cp:coreProperties>
</file>